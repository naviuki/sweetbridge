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930" y="-4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804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07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870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89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40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36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13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10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83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85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923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D88A7-E547-4978-BB72-9E330178C4DD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DA2D0-3B25-481C-ADAD-73085BB33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97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C:\Users\shlep\Downloads\Telegram Desktop\01 slid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820" y="0"/>
            <a:ext cx="91838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570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C:\Users\shlep\Downloads\Telegram Desktop\Proble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30" y="0"/>
            <a:ext cx="914923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268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C:\Users\shlep\Downloads\Telegram Desktop\Target Audienc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750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 descr="C:\Users\shlep\Downloads\Telegram Desktop\TAM-SAM-SOM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328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1" name="Picture 3" descr="C:\Users\shlep\Downloads\Telegram Desktop\Competitor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18248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Экран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Кирилл Капкаев</dc:creator>
  <cp:lastModifiedBy>Кирилл Капкаев</cp:lastModifiedBy>
  <cp:revision>2</cp:revision>
  <dcterms:created xsi:type="dcterms:W3CDTF">2026-10-15T02:44:02Z</dcterms:created>
  <dcterms:modified xsi:type="dcterms:W3CDTF">2026-10-15T03:03:10Z</dcterms:modified>
</cp:coreProperties>
</file>